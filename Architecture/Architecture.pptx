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BD69-059D-30FE-D463-1B2701FD8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50A1C-7ECA-6568-CB72-CEF7020AF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8A3-1681-A685-82B9-6E094B29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86843-C96D-4896-B87D-3E9B4278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429E-9BAC-FAB5-FA79-8EC91D2E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3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9163-BBFA-2620-40A3-0A617200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DFE52-A95D-4AE0-2562-82367B0DC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690DF-77F0-5D7E-4545-4197B293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F4B35-ED0D-8CD5-4DFF-A2AA3DD8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991FE-6F05-E83F-3A6D-E97A35A1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D063-3B09-63A3-5EF6-C76D8EDF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1E7D8-6FFC-BA69-DC39-D48B1E6E4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8D758-8815-B887-C515-43BEEE026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7C2D-E413-B028-4966-DF469D0C7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249D-5327-1098-DD62-63604844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6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DBBA-A7A0-3BC4-F933-69065942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FBD50-F94B-B09A-177E-9FBE0A2A9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69ECB-030C-0372-6565-A9FCE9778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253F4-A953-18DA-B9FD-4755DD85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C289C-4E57-6A76-3FF0-1678838A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F6BFB-8967-089C-61E3-B914B35C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9839-7A1A-C5A3-07F6-E7FDB9EA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7ACC6-278A-3557-474E-E36E99E61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34C9B-8E98-CA82-F132-9E9C5AD04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85F1F-8576-8ECE-FB99-7814E9F10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688C08-2E6E-6CCD-94E4-8E8FCAC9B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5DBE9A-18CC-FE4E-47CB-8BA65C95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4B5125-8654-B353-7B00-7E04ED6AD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65C67A-AE13-3315-FB22-918E56EB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9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7526-BD16-D892-CBE3-387B8434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7D553-D0BE-5889-F6CF-5B3AC965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74D62-A10C-C535-8450-6F0878EB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B0DF1-B206-954E-503D-33DFADA5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2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BE53B-AD85-8514-A5EC-BCA3DBB5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8B33D-DD20-B042-66F4-F648D4C6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717A3-0A23-080B-C330-76E726BF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2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8732-BB17-A7BE-01C4-91DB8CC7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ABB4-45DA-86B3-FC18-DC07039F6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BA151-BAB4-4805-C0D8-628F6E3CC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4320F-9F31-5371-3C61-0078DF3B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F680-2B5D-4811-1D86-3504D82B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F33CE-47A2-E430-13E1-25136D93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6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4799-E7E0-C4EA-AB72-4ACBCCE0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036B5-4E17-B9D7-3031-1BFDC283F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98948-F22F-6675-18A2-A3162D25C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0E516-93E9-0E05-A2CE-63119B44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415BD-1086-B6ED-53ED-AD554B5A9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1662A-F237-A891-B71D-69290827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5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E8E6-57CD-E5F8-F7DA-AF081F90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E187D-39CE-9FFF-7674-513CABF23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2D5A9-6C5F-7F5E-6B0F-88BDDC71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32803-E220-39C5-B2CC-268B389C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C0AEC-4E72-18E4-A992-495EC78C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9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37550-7029-2830-C29C-7AC8EE75DD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62DB7-9347-A50F-1453-1B76BF002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F98F9-8398-FA2F-7007-98D2C285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4D5A7-9DE6-528B-64E3-18CE19DA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F9B84-9DA6-A2F4-FC0E-3F468711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3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F720BC-73DA-5FD6-884C-F6B1E681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42789-5CF0-A7B8-C34C-01F77A2A1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55791-F323-F04B-CD9B-2A8F5C97B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19362-A27A-4D11-8808-7792B55B573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21C23-C81B-204C-6B6A-193DE3213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2A4F3-5322-10DB-8AA5-B4FD3BB41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F485E-EEDA-441F-862E-AF49F9A96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7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7061" y="363510"/>
            <a:ext cx="9323835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07"/>
              </a:lnSpc>
            </a:pPr>
            <a:r>
              <a:rPr lang="en-US" sz="3734" dirty="0">
                <a:solidFill>
                  <a:srgbClr val="1B2345"/>
                </a:solidFill>
                <a:latin typeface="Inter 1"/>
                <a:ea typeface="Inter 1"/>
                <a:cs typeface="Inter 1"/>
                <a:sym typeface="Inter 1"/>
              </a:rPr>
              <a:t>High level Architecture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905285" y="-525032"/>
            <a:ext cx="643627" cy="3034787"/>
          </a:xfrm>
          <a:custGeom>
            <a:avLst/>
            <a:gdLst/>
            <a:ahLst/>
            <a:cxnLst/>
            <a:rect l="l" t="t" r="r" b="b"/>
            <a:pathLst>
              <a:path w="965441" h="4552180">
                <a:moveTo>
                  <a:pt x="0" y="0"/>
                </a:moveTo>
                <a:lnTo>
                  <a:pt x="965441" y="0"/>
                </a:lnTo>
                <a:lnTo>
                  <a:pt x="965441" y="4552180"/>
                </a:lnTo>
                <a:lnTo>
                  <a:pt x="0" y="4552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/>
          <p:cNvSpPr/>
          <p:nvPr/>
        </p:nvSpPr>
        <p:spPr>
          <a:xfrm>
            <a:off x="10928252" y="405415"/>
            <a:ext cx="821810" cy="398578"/>
          </a:xfrm>
          <a:custGeom>
            <a:avLst/>
            <a:gdLst/>
            <a:ahLst/>
            <a:cxnLst/>
            <a:rect l="l" t="t" r="r" b="b"/>
            <a:pathLst>
              <a:path w="1232715" h="597867">
                <a:moveTo>
                  <a:pt x="0" y="0"/>
                </a:moveTo>
                <a:lnTo>
                  <a:pt x="1232716" y="0"/>
                </a:lnTo>
                <a:lnTo>
                  <a:pt x="1232716" y="597867"/>
                </a:lnTo>
                <a:lnTo>
                  <a:pt x="0" y="597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Freeform 5"/>
          <p:cNvSpPr/>
          <p:nvPr/>
        </p:nvSpPr>
        <p:spPr>
          <a:xfrm rot="-10800000">
            <a:off x="9362984" y="6570673"/>
            <a:ext cx="2829016" cy="42673"/>
          </a:xfrm>
          <a:custGeom>
            <a:avLst/>
            <a:gdLst/>
            <a:ahLst/>
            <a:cxnLst/>
            <a:rect l="l" t="t" r="r" b="b"/>
            <a:pathLst>
              <a:path w="4243524" h="64009">
                <a:moveTo>
                  <a:pt x="0" y="0"/>
                </a:moveTo>
                <a:lnTo>
                  <a:pt x="4243524" y="0"/>
                </a:lnTo>
                <a:lnTo>
                  <a:pt x="4243524" y="64009"/>
                </a:lnTo>
                <a:lnTo>
                  <a:pt x="0" y="64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2388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TextBox 6"/>
          <p:cNvSpPr txBox="1"/>
          <p:nvPr/>
        </p:nvSpPr>
        <p:spPr>
          <a:xfrm>
            <a:off x="417062" y="6568140"/>
            <a:ext cx="3014225" cy="1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59"/>
              </a:lnSpc>
            </a:pPr>
            <a:r>
              <a:rPr lang="en-US" sz="800">
                <a:solidFill>
                  <a:srgbClr val="A4A4A4"/>
                </a:solidFill>
                <a:latin typeface="Inter 2 Light"/>
                <a:ea typeface="Inter 2 Light"/>
                <a:cs typeface="Inter 2 Light"/>
                <a:sym typeface="Inter 2 Light"/>
              </a:rPr>
              <a:t>© 2026 BSS. All Rights Reserved. Proprietary and Confidential.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7076" y="1297599"/>
            <a:ext cx="11542987" cy="4868996"/>
            <a:chOff x="0" y="0"/>
            <a:chExt cx="20574000" cy="86784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574000" cy="8678418"/>
            </a:xfrm>
            <a:custGeom>
              <a:avLst/>
              <a:gdLst/>
              <a:ahLst/>
              <a:cxnLst/>
              <a:rect l="l" t="t" r="r" b="b"/>
              <a:pathLst>
                <a:path w="20574000" h="8678418">
                  <a:moveTo>
                    <a:pt x="0" y="0"/>
                  </a:moveTo>
                  <a:lnTo>
                    <a:pt x="20574000" y="0"/>
                  </a:lnTo>
                  <a:lnTo>
                    <a:pt x="20574000" y="8678418"/>
                  </a:lnTo>
                  <a:lnTo>
                    <a:pt x="0" y="867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734" b="-48313"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</p:grpSp>
      <p:sp>
        <p:nvSpPr>
          <p:cNvPr id="9" name="Slide Number Placeholder 45">
            <a:extLst>
              <a:ext uri="{FF2B5EF4-FFF2-40B4-BE49-F238E27FC236}">
                <a16:creationId xmlns:a16="http://schemas.microsoft.com/office/drawing/2014/main" id="{F8C04E13-7EC4-F2A6-B9F5-BC9C9BE9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39" y="6589184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z="1333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9362984" y="6521990"/>
            <a:ext cx="2829016" cy="42673"/>
          </a:xfrm>
          <a:custGeom>
            <a:avLst/>
            <a:gdLst/>
            <a:ahLst/>
            <a:cxnLst/>
            <a:rect l="l" t="t" r="r" b="b"/>
            <a:pathLst>
              <a:path w="4243524" h="64009">
                <a:moveTo>
                  <a:pt x="0" y="0"/>
                </a:moveTo>
                <a:lnTo>
                  <a:pt x="4243524" y="0"/>
                </a:lnTo>
                <a:lnTo>
                  <a:pt x="4243524" y="64009"/>
                </a:lnTo>
                <a:lnTo>
                  <a:pt x="0" y="64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2388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 rot="-5400000">
            <a:off x="-1147621" y="3369241"/>
            <a:ext cx="3014225" cy="1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59"/>
              </a:lnSpc>
            </a:pPr>
            <a:r>
              <a:rPr lang="en-US" sz="800">
                <a:solidFill>
                  <a:srgbClr val="A4A4A4"/>
                </a:solidFill>
                <a:latin typeface="Inter 2 Light"/>
                <a:ea typeface="Inter 2 Light"/>
                <a:cs typeface="Inter 2 Light"/>
                <a:sym typeface="Inter 2 Light"/>
              </a:rPr>
              <a:t>© 2026 BSS. All Rights Reserved. Proprietary and Confidential.</a:t>
            </a:r>
          </a:p>
        </p:txBody>
      </p:sp>
      <p:sp>
        <p:nvSpPr>
          <p:cNvPr id="4" name="Freeform 4"/>
          <p:cNvSpPr/>
          <p:nvPr/>
        </p:nvSpPr>
        <p:spPr>
          <a:xfrm>
            <a:off x="10928252" y="405415"/>
            <a:ext cx="821810" cy="398578"/>
          </a:xfrm>
          <a:custGeom>
            <a:avLst/>
            <a:gdLst/>
            <a:ahLst/>
            <a:cxnLst/>
            <a:rect l="l" t="t" r="r" b="b"/>
            <a:pathLst>
              <a:path w="1232715" h="597867">
                <a:moveTo>
                  <a:pt x="0" y="0"/>
                </a:moveTo>
                <a:lnTo>
                  <a:pt x="1232716" y="0"/>
                </a:lnTo>
                <a:lnTo>
                  <a:pt x="1232716" y="597867"/>
                </a:lnTo>
                <a:lnTo>
                  <a:pt x="0" y="597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5" name="Group 5"/>
          <p:cNvGrpSpPr/>
          <p:nvPr/>
        </p:nvGrpSpPr>
        <p:grpSpPr>
          <a:xfrm>
            <a:off x="685800" y="11538"/>
            <a:ext cx="10192579" cy="6834925"/>
            <a:chOff x="0" y="0"/>
            <a:chExt cx="20578204" cy="137993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78190" cy="13799302"/>
            </a:xfrm>
            <a:custGeom>
              <a:avLst/>
              <a:gdLst/>
              <a:ahLst/>
              <a:cxnLst/>
              <a:rect l="l" t="t" r="r" b="b"/>
              <a:pathLst>
                <a:path w="20578190" h="13799302">
                  <a:moveTo>
                    <a:pt x="0" y="0"/>
                  </a:moveTo>
                  <a:lnTo>
                    <a:pt x="20578190" y="0"/>
                  </a:lnTo>
                  <a:lnTo>
                    <a:pt x="20578190" y="13799302"/>
                  </a:lnTo>
                  <a:lnTo>
                    <a:pt x="0" y="13799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3" r="-293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Slide Number Placeholder 45">
            <a:extLst>
              <a:ext uri="{FF2B5EF4-FFF2-40B4-BE49-F238E27FC236}">
                <a16:creationId xmlns:a16="http://schemas.microsoft.com/office/drawing/2014/main" id="{3A15428E-79D5-6B18-CBF4-F510BFE0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39" y="6589184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z="1333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Inter 1</vt:lpstr>
      <vt:lpstr>Inter 2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Usman Butt</dc:creator>
  <cp:lastModifiedBy>Usman Butt</cp:lastModifiedBy>
  <cp:revision>1</cp:revision>
  <dcterms:created xsi:type="dcterms:W3CDTF">2026-04-28T04:57:42Z</dcterms:created>
  <dcterms:modified xsi:type="dcterms:W3CDTF">2026-04-28T04:58:25Z</dcterms:modified>
</cp:coreProperties>
</file>