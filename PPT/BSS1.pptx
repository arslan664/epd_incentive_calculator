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746" r:id="rId5"/>
  </p:sldIdLst>
  <p:sldSz cx="20104100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0E5DFF"/>
    <a:srgbClr val="AF5D45"/>
    <a:srgbClr val="BC7A36"/>
    <a:srgbClr val="BB9D25"/>
    <a:srgbClr val="6A942E"/>
    <a:srgbClr val="3F8D95"/>
    <a:srgbClr val="337AA6"/>
    <a:srgbClr val="3F4DA5"/>
    <a:srgbClr val="D7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740" y="5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4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AF9B0-1A18-4601-826C-861DB17A03D9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7ABA4-53BF-409B-AF56-8E42217135B6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7ABA4-53BF-409B-AF56-8E42217135B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4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7" name="Rectangle 6"/>
          <p:cNvSpPr/>
          <p:nvPr userDrawn="1"/>
        </p:nvSpPr>
        <p:spPr>
          <a:xfrm>
            <a:off x="-26" y="10517696"/>
            <a:ext cx="20111826" cy="770359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blue square with white letter 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6867" y="226187"/>
            <a:ext cx="2123962" cy="912880"/>
          </a:xfrm>
          <a:prstGeom prst="rect">
            <a:avLst/>
          </a:prstGeom>
        </p:spPr>
      </p:pic>
      <p:sp>
        <p:nvSpPr>
          <p:cNvPr id="11" name="Footer Placeholder 3"/>
          <p:cNvSpPr>
            <a:spLocks noGrp="1"/>
          </p:cNvSpPr>
          <p:nvPr userDrawn="1"/>
        </p:nvSpPr>
        <p:spPr>
          <a:xfrm>
            <a:off x="8230788" y="10792087"/>
            <a:ext cx="3435695" cy="448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7" name="Footer Placeholder 3"/>
          <p:cNvSpPr>
            <a:spLocks noGrp="1"/>
          </p:cNvSpPr>
          <p:nvPr userDrawn="1"/>
        </p:nvSpPr>
        <p:spPr>
          <a:xfrm>
            <a:off x="8230788" y="10792087"/>
            <a:ext cx="3435695" cy="448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0572000"/>
            <a:ext cx="20111826" cy="770359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4474953" y="10628058"/>
            <a:ext cx="4623943" cy="56546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pic>
        <p:nvPicPr>
          <p:cNvPr id="5" name="Picture 4" descr="A blue square with white letter 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648" y="46436"/>
            <a:ext cx="1489250" cy="640080"/>
          </a:xfrm>
          <a:prstGeom prst="rect">
            <a:avLst/>
          </a:prstGeom>
        </p:spPr>
      </p:pic>
      <p:sp>
        <p:nvSpPr>
          <p:cNvPr id="7" name="Footer Placeholder 3"/>
          <p:cNvSpPr>
            <a:spLocks noGrp="1"/>
          </p:cNvSpPr>
          <p:nvPr userDrawn="1"/>
        </p:nvSpPr>
        <p:spPr>
          <a:xfrm>
            <a:off x="17169495" y="10811641"/>
            <a:ext cx="3435695" cy="448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49131-3D4D-B695-E24C-A0B955095CD7}"/>
              </a:ext>
            </a:extLst>
          </p:cNvPr>
          <p:cNvSpPr txBox="1"/>
          <p:nvPr userDrawn="1"/>
        </p:nvSpPr>
        <p:spPr>
          <a:xfrm>
            <a:off x="8151057" y="10753132"/>
            <a:ext cx="3728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i="1" dirty="0">
                <a:solidFill>
                  <a:schemeClr val="bg1"/>
                </a:solidFill>
                <a:effectLst/>
                <a:ea typeface="ADLaM Display" panose="020F0502020204030204" pitchFamily="2" charset="0"/>
                <a:cs typeface="ADLaM Display" panose="020F0502020204030204" pitchFamily="2" charset="0"/>
              </a:rPr>
              <a:t>Your extended technology team</a:t>
            </a:r>
            <a:endParaRPr lang="en-US" sz="3600" i="1" dirty="0">
              <a:solidFill>
                <a:schemeClr val="bg1"/>
              </a:solidFill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5A2F5B01-DAFE-5C80-EB94-8B14AB8E5AF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72"/>
          <a:stretch/>
        </p:blipFill>
        <p:spPr bwMode="auto">
          <a:xfrm>
            <a:off x="113577" y="62203"/>
            <a:ext cx="818078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9FC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7" name="Footer Placeholder 3"/>
          <p:cNvSpPr>
            <a:spLocks noGrp="1"/>
          </p:cNvSpPr>
          <p:nvPr userDrawn="1"/>
        </p:nvSpPr>
        <p:spPr>
          <a:xfrm>
            <a:off x="8199257" y="10692024"/>
            <a:ext cx="3435695" cy="448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26" y="10517696"/>
            <a:ext cx="20111826" cy="770359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 userDrawn="1"/>
        </p:nvSpPr>
        <p:spPr>
          <a:xfrm>
            <a:off x="8230788" y="10792087"/>
            <a:ext cx="3435695" cy="4487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pic>
        <p:nvPicPr>
          <p:cNvPr id="10" name="Picture 9" descr="A blue square with white letter s&#10;&#10;Description automatically generated">
            <a:extLst>
              <a:ext uri="{FF2B5EF4-FFF2-40B4-BE49-F238E27FC236}">
                <a16:creationId xmlns:a16="http://schemas.microsoft.com/office/drawing/2014/main" id="{D4FF3F00-0D4B-AA8C-12DF-E4AB956FAD3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648" y="46436"/>
            <a:ext cx="1489250" cy="640080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3E1BB2B-8F99-7224-657F-58DFFE830EA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72"/>
          <a:stretch/>
        </p:blipFill>
        <p:spPr bwMode="auto">
          <a:xfrm>
            <a:off x="113577" y="62203"/>
            <a:ext cx="818078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48DB-3DE3-26EE-7391-471DE041E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78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41401B8-64BB-4FC0-B4B7-EE00FC81CE89}" vid="{ABBB0769-63E8-47D9-AD1F-34AEAF9D8C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2d0f58-2c92-447c-995b-0bd3622e3a4e" xsi:nil="true"/>
    <lcf76f155ced4ddcb4097134ff3c332f xmlns="5c155386-b44c-4b5b-b5d1-84b25049e15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B6A40CB34D9741B82864A8CE850FD0" ma:contentTypeVersion="15" ma:contentTypeDescription="Create a new document." ma:contentTypeScope="" ma:versionID="1ad14f630a160a132190dac7287ca88d">
  <xsd:schema xmlns:xsd="http://www.w3.org/2001/XMLSchema" xmlns:xs="http://www.w3.org/2001/XMLSchema" xmlns:p="http://schemas.microsoft.com/office/2006/metadata/properties" xmlns:ns2="442d0f58-2c92-447c-995b-0bd3622e3a4e" xmlns:ns3="5c155386-b44c-4b5b-b5d1-84b25049e15c" targetNamespace="http://schemas.microsoft.com/office/2006/metadata/properties" ma:root="true" ma:fieldsID="96d93c4e07e765bb357285a1c35fb7c2" ns2:_="" ns3:_="">
    <xsd:import namespace="442d0f58-2c92-447c-995b-0bd3622e3a4e"/>
    <xsd:import namespace="5c155386-b44c-4b5b-b5d1-84b25049e15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2d0f58-2c92-447c-995b-0bd3622e3a4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c667d04b-fffc-40c4-afd3-215f6b88903a}" ma:internalName="TaxCatchAll" ma:showField="CatchAllData" ma:web="442d0f58-2c92-447c-995b-0bd3622e3a4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55386-b44c-4b5b-b5d1-84b25049e1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954aec0-5df9-45e3-a275-600b9b80f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A6CC77-42C2-4176-974D-8714F4AA3543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  <ds:schemaRef ds:uri="5c155386-b44c-4b5b-b5d1-84b25049e15c"/>
    <ds:schemaRef ds:uri="442d0f58-2c92-447c-995b-0bd3622e3a4e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E706424-4F28-46D1-AAD2-A8CC4FE3D644}">
  <ds:schemaRefs>
    <ds:schemaRef ds:uri="442d0f58-2c92-447c-995b-0bd3622e3a4e"/>
    <ds:schemaRef ds:uri="5c155386-b44c-4b5b-b5d1-84b25049e1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0868E62-BDC4-45FF-BB80-DC29CA834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BSS</Template>
  <TotalTime>1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ADLaM Display</vt:lpstr>
      <vt:lpstr>Aptos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Usman Butt</dc:creator>
  <cp:lastModifiedBy>Arslan Sohail</cp:lastModifiedBy>
  <cp:revision>2</cp:revision>
  <dcterms:created xsi:type="dcterms:W3CDTF">2026-04-24T05:21:29Z</dcterms:created>
  <dcterms:modified xsi:type="dcterms:W3CDTF">2026-04-24T05:35:44Z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2024-10-01T05:00:00Z</vt:filetime>
  </property>
  <property fmtid="{D5CDD505-2E9C-101B-9397-08002B2CF9AE}" pid="3" name="ICV">
    <vt:lpwstr>A3B7A4464B604868A91A9C2F77F6B8A7_12</vt:lpwstr>
  </property>
  <property fmtid="{D5CDD505-2E9C-101B-9397-08002B2CF9AE}" pid="4" name="KSOProductBuildVer">
    <vt:lpwstr>1033-12.2.0.20795</vt:lpwstr>
  </property>
  <property fmtid="{D5CDD505-2E9C-101B-9397-08002B2CF9AE}" pid="5" name="ContentTypeId">
    <vt:lpwstr>0x010100A8B6A40CB34D9741B82864A8CE850FD0</vt:lpwstr>
  </property>
  <property fmtid="{D5CDD505-2E9C-101B-9397-08002B2CF9AE}" pid="6" name="MediaServiceImageTags">
    <vt:lpwstr/>
  </property>
</Properties>
</file>